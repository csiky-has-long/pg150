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63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52E3524A-A7C4-4E3E-AA57-C179093841BF}"/>
              </a:ext>
            </a:extLst>
          </p:cNvPr>
          <p:cNvSpPr txBox="1"/>
          <p:nvPr/>
        </p:nvSpPr>
        <p:spPr>
          <a:xfrm>
            <a:off x="2614083" y="5877297"/>
            <a:ext cx="3915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/>
              <a:t>Mészáros Csaba, Csík Ádám, Kisjuhász Roland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dirty="0"/>
              <a:t>SWOT-</a:t>
            </a:r>
            <a:r>
              <a:rPr dirty="0" err="1"/>
              <a:t>analízis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CC91AC1-0E32-4F06-8845-BD9CD8A60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8" y="1627717"/>
            <a:ext cx="8077198" cy="454342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5A9D134-A8D2-4AC3-8582-8E60BBD8C83F}"/>
              </a:ext>
            </a:extLst>
          </p:cNvPr>
          <p:cNvSpPr txBox="1"/>
          <p:nvPr/>
        </p:nvSpPr>
        <p:spPr>
          <a:xfrm>
            <a:off x="1371600" y="2683933"/>
            <a:ext cx="215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Csapatmunka</a:t>
            </a:r>
          </a:p>
          <a:p>
            <a:r>
              <a:rPr lang="hu-HU" dirty="0"/>
              <a:t>Tapasztalat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EA22F0-EDFF-4EC2-8D10-7F7F52B1E873}"/>
              </a:ext>
            </a:extLst>
          </p:cNvPr>
          <p:cNvSpPr txBox="1"/>
          <p:nvPr/>
        </p:nvSpPr>
        <p:spPr>
          <a:xfrm>
            <a:off x="5664200" y="2770717"/>
            <a:ext cx="225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Sok hiányzás</a:t>
            </a:r>
          </a:p>
          <a:p>
            <a:r>
              <a:rPr lang="hu-HU" dirty="0"/>
              <a:t>Szorgalom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4B3E63B-D114-44B7-8780-8DA75A3D9F3C}"/>
              </a:ext>
            </a:extLst>
          </p:cNvPr>
          <p:cNvSpPr txBox="1"/>
          <p:nvPr/>
        </p:nvSpPr>
        <p:spPr>
          <a:xfrm>
            <a:off x="5740400" y="4470929"/>
            <a:ext cx="1845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AI használat</a:t>
            </a:r>
          </a:p>
          <a:p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15E36BD-DE5F-4DC4-9D6C-C19D937C0F3D}"/>
              </a:ext>
            </a:extLst>
          </p:cNvPr>
          <p:cNvSpPr txBox="1"/>
          <p:nvPr/>
        </p:nvSpPr>
        <p:spPr>
          <a:xfrm>
            <a:off x="1854201" y="4158035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Youtube</a:t>
            </a:r>
            <a:endParaRPr lang="hu-HU" dirty="0"/>
          </a:p>
          <a:p>
            <a:r>
              <a:rPr lang="hu-HU" dirty="0"/>
              <a:t>Y8</a:t>
            </a:r>
          </a:p>
          <a:p>
            <a:r>
              <a:rPr lang="hu-HU" dirty="0"/>
              <a:t>Pasziánsz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lang="hu-HU" dirty="0"/>
              <a:t>Csapatmunka</a:t>
            </a:r>
            <a:endParaRPr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254EA3-1554-4CBD-88B6-3A71E194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feladatokat elosztottuk egymás között. Mindenki kivette a részét a munkából.</a:t>
            </a:r>
          </a:p>
          <a:p>
            <a:r>
              <a:rPr lang="hu-HU" dirty="0"/>
              <a:t>Végig egyeztettünk és segítettük egymást.</a:t>
            </a:r>
          </a:p>
          <a:p>
            <a:r>
              <a:rPr lang="hu-HU" dirty="0"/>
              <a:t>Gyorsan tudtunk haladni és hatékonyan oldottuk meg a felmerülő feladatokat.</a:t>
            </a:r>
          </a:p>
          <a:p>
            <a:r>
              <a:rPr lang="hu-HU" dirty="0"/>
              <a:t>Hiányzások megnehezítették a dolgunkat.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lang="hu-HU" dirty="0"/>
              <a:t>Munka megosztás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Csiki és Csaba csinálta a weboldalt.</a:t>
            </a:r>
          </a:p>
          <a:p>
            <a:r>
              <a:rPr lang="hu-HU" dirty="0" err="1"/>
              <a:t>Roli</a:t>
            </a:r>
            <a:r>
              <a:rPr lang="hu-HU" dirty="0"/>
              <a:t> elkészítette a </a:t>
            </a:r>
            <a:r>
              <a:rPr lang="hu-HU" dirty="0" err="1"/>
              <a:t>word</a:t>
            </a:r>
            <a:r>
              <a:rPr lang="hu-HU" dirty="0"/>
              <a:t> dokumentumot és a prezentációt.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61AF1F-EEF3-4420-A7A2-7AAF8669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8268"/>
            <a:ext cx="7772400" cy="1676400"/>
          </a:xfrm>
        </p:spPr>
        <p:txBody>
          <a:bodyPr>
            <a:normAutofit/>
          </a:bodyPr>
          <a:lstStyle/>
          <a:p>
            <a:endParaRPr lang="hu-HU" sz="5400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887CA76-6B6E-4F42-8384-44B2067CF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7942E1B-2977-4E35-B913-7118B9C9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739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5F1E57-E8DF-42CC-94B8-29787403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075363"/>
          </a:xfrm>
        </p:spPr>
        <p:txBody>
          <a:bodyPr>
            <a:normAutofit/>
          </a:bodyPr>
          <a:lstStyle/>
          <a:p>
            <a:r>
              <a:rPr lang="hu-HU" sz="7200" dirty="0"/>
              <a:t>VÉGE</a:t>
            </a:r>
          </a:p>
        </p:txBody>
      </p:sp>
    </p:spTree>
    <p:extLst>
      <p:ext uri="{BB962C8B-B14F-4D97-AF65-F5344CB8AC3E}">
        <p14:creationId xmlns:p14="http://schemas.microsoft.com/office/powerpoint/2010/main" val="7215784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Diavetítés a képernyőre (4:3 oldalarány)</PresentationFormat>
  <Paragraphs>19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PowerPoint-bemutató</vt:lpstr>
      <vt:lpstr>SWOT-analízis</vt:lpstr>
      <vt:lpstr>Csapatmunka</vt:lpstr>
      <vt:lpstr>Munka megosztás</vt:lpstr>
      <vt:lpstr>PowerPoint-bemutató</vt:lpstr>
      <vt:lpstr>VÉGE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Reccs faiskola</dc:title>
  <dc:subject/>
  <dc:creator>Kisjuhász Roland</dc:creator>
  <cp:keywords/>
  <dc:description>generated using python-pptx</dc:description>
  <cp:lastModifiedBy>Kisjuhász Roland</cp:lastModifiedBy>
  <cp:revision>16</cp:revision>
  <dcterms:created xsi:type="dcterms:W3CDTF">2013-01-27T09:14:16Z</dcterms:created>
  <dcterms:modified xsi:type="dcterms:W3CDTF">2026-01-15T07:33:21Z</dcterms:modified>
  <cp:category/>
</cp:coreProperties>
</file>